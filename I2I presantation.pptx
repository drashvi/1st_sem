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17A57-1E74-488D-B4F3-E510B22DFB74}" v="8" dt="2023-09-27T10:26:17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82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3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53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44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5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99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10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43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60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5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51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746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55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729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32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00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1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71D36-E86F-42B1-9AD4-B35E4B281674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DF76C-D5AE-43E4-8B36-AB4C6EA44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601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733A-849F-72ED-177A-3AC9018AE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57946"/>
            <a:ext cx="9448800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CYBER SECURITY THREATS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sz="4800" dirty="0">
                <a:latin typeface="Algerian" panose="04020705040A02060702" pitchFamily="82" charset="0"/>
              </a:rPr>
              <a:t>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65589-616D-BA75-E61E-AD285C2EF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83042"/>
            <a:ext cx="9448800" cy="685800"/>
          </a:xfrm>
        </p:spPr>
        <p:txBody>
          <a:bodyPr>
            <a:noAutofit/>
          </a:bodyPr>
          <a:lstStyle/>
          <a:p>
            <a:pPr algn="ctr"/>
            <a:r>
              <a:rPr lang="en-IN" sz="4800" dirty="0">
                <a:latin typeface="Algerian" panose="04020705040A02060702" pitchFamily="82" charset="0"/>
              </a:rPr>
              <a:t>STATERGIES FOR PROTECTION</a:t>
            </a:r>
          </a:p>
        </p:txBody>
      </p:sp>
    </p:spTree>
    <p:extLst>
      <p:ext uri="{BB962C8B-B14F-4D97-AF65-F5344CB8AC3E}">
        <p14:creationId xmlns:p14="http://schemas.microsoft.com/office/powerpoint/2010/main" val="35493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23ED3D-2FDF-3DEA-1BBF-9307BC8CD327}"/>
              </a:ext>
            </a:extLst>
          </p:cNvPr>
          <p:cNvSpPr/>
          <p:nvPr/>
        </p:nvSpPr>
        <p:spPr>
          <a:xfrm>
            <a:off x="2922494" y="968188"/>
            <a:ext cx="6911788" cy="56836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DESCRIPTION</a:t>
            </a:r>
            <a:r>
              <a:rPr lang="en-IN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:</a:t>
            </a:r>
          </a:p>
          <a:p>
            <a:pPr algn="ctr"/>
            <a:endParaRPr lang="en-IN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 Light" panose="020B0502040204020203" pitchFamily="34" charset="0"/>
            </a:endParaRPr>
          </a:p>
          <a:p>
            <a:pPr algn="ctr"/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*</a:t>
            </a:r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 Light" panose="020B0502040204020203" pitchFamily="34" charset="0"/>
              </a:rPr>
              <a:t>Cyber security threats are risks to computer system, network, and data from Malicious activities.</a:t>
            </a:r>
          </a:p>
          <a:p>
            <a:pPr algn="ctr"/>
            <a:endParaRPr lang="en-IN" sz="16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pPr algn="ctr"/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 Light" panose="020B0502040204020203" pitchFamily="34" charset="0"/>
              </a:rPr>
              <a:t>*Some common threats includes:- Malware, Phishing, Data breaches, Denial of services attacks, insider threats.</a:t>
            </a:r>
          </a:p>
          <a:p>
            <a:pPr algn="ctr"/>
            <a:endParaRPr lang="en-IN" sz="16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pPr algn="ctr"/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 Light" panose="020B0502040204020203" pitchFamily="34" charset="0"/>
              </a:rPr>
              <a:t>*Malicious software like viruses, worms, trojans and ransomware can infect your devices, steal data or disrupt operations.</a:t>
            </a:r>
          </a:p>
          <a:p>
            <a:pPr algn="ctr"/>
            <a:endParaRPr lang="en-IN" sz="16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pPr algn="ctr"/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 Light" panose="020B0502040204020203" pitchFamily="34" charset="0"/>
              </a:rPr>
              <a:t>*Unauthorized access or theft of sensitive data, often due to weak security controls or insider threats.</a:t>
            </a:r>
          </a:p>
          <a:p>
            <a:pPr algn="ctr"/>
            <a:endParaRPr lang="en-IN" sz="16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pPr algn="ctr"/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 Light" panose="020B0502040204020203" pitchFamily="34" charset="0"/>
              </a:rPr>
              <a:t>*Malicious actions or negligence by employees or trusted individuals can compromise security.</a:t>
            </a:r>
          </a:p>
          <a:p>
            <a:pPr algn="ctr"/>
            <a:endParaRPr lang="en-IN" sz="16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latin typeface="Bahnschrift Light" panose="020B0502040204020203" pitchFamily="34" charset="0"/>
            </a:endParaRPr>
          </a:p>
          <a:p>
            <a:pPr algn="ctr"/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Bahnschrift Light" panose="020B0502040204020203" pitchFamily="34" charset="0"/>
              </a:rPr>
              <a:t>*Install and configure firewalls to filter incoming and outgoing network traffics, blocking unauthorized </a:t>
            </a:r>
            <a:r>
              <a:rPr lang="en-IN" sz="1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access</a:t>
            </a:r>
            <a:r>
              <a:rPr lang="en-IN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 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774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A923DA-8EA2-5DCC-54CD-7985DE628F04}"/>
              </a:ext>
            </a:extLst>
          </p:cNvPr>
          <p:cNvSpPr/>
          <p:nvPr/>
        </p:nvSpPr>
        <p:spPr>
          <a:xfrm>
            <a:off x="2770094" y="1093694"/>
            <a:ext cx="6849035" cy="5585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Rounded MT Bold" panose="020F0704030504030204" pitchFamily="34" charset="0"/>
              </a:rPr>
              <a:t>*</a:t>
            </a:r>
            <a:r>
              <a:rPr lang="en-IN" sz="1600" dirty="0">
                <a:latin typeface="Arial Rounded MT Bold" panose="020F0704030504030204" pitchFamily="34" charset="0"/>
              </a:rPr>
              <a:t>Regularly update and use antivirus software to detect and remove malware.</a:t>
            </a:r>
          </a:p>
          <a:p>
            <a:pPr algn="ctr"/>
            <a:endParaRPr lang="en-IN" sz="1600" dirty="0">
              <a:latin typeface="Arial Rounded MT Bold" panose="020F0704030504030204" pitchFamily="34" charset="0"/>
            </a:endParaRPr>
          </a:p>
          <a:p>
            <a:pPr algn="ctr"/>
            <a:r>
              <a:rPr lang="en-IN" sz="1600" dirty="0">
                <a:latin typeface="Arial Rounded MT Bold" panose="020F0704030504030204" pitchFamily="34" charset="0"/>
              </a:rPr>
              <a:t>*Educate employees about cyber security risks and best practices to avoid falling victim to threats like phishing.</a:t>
            </a:r>
          </a:p>
          <a:p>
            <a:pPr algn="ctr"/>
            <a:endParaRPr lang="en-IN" sz="1600" dirty="0">
              <a:latin typeface="Arial Rounded MT Bold" panose="020F0704030504030204" pitchFamily="34" charset="0"/>
            </a:endParaRPr>
          </a:p>
          <a:p>
            <a:pPr algn="ctr"/>
            <a:r>
              <a:rPr lang="en-IN" sz="1600" dirty="0">
                <a:latin typeface="Arial Rounded MT Bold" panose="020F0704030504030204" pitchFamily="34" charset="0"/>
              </a:rPr>
              <a:t>*Backup critical data regularly and store it offline to recover from ransomware attacks or data loss.</a:t>
            </a:r>
          </a:p>
          <a:p>
            <a:pPr algn="ctr"/>
            <a:endParaRPr lang="en-IN" sz="1600" dirty="0">
              <a:latin typeface="Arial Rounded MT Bold" panose="020F0704030504030204" pitchFamily="34" charset="0"/>
            </a:endParaRPr>
          </a:p>
          <a:p>
            <a:pPr algn="ctr"/>
            <a:r>
              <a:rPr lang="en-IN" sz="1600" dirty="0">
                <a:latin typeface="Arial Rounded MT Bold" panose="020F0704030504030204" pitchFamily="34" charset="0"/>
              </a:rPr>
              <a:t>*Access and monitor the cyber security practices of third vendors who have access to your data or systems.</a:t>
            </a:r>
          </a:p>
          <a:p>
            <a:pPr algn="ctr"/>
            <a:endParaRPr lang="en-IN" sz="1600" dirty="0">
              <a:latin typeface="Arial Rounded MT Bold" panose="020F0704030504030204" pitchFamily="34" charset="0"/>
            </a:endParaRPr>
          </a:p>
          <a:p>
            <a:pPr algn="ctr"/>
            <a:r>
              <a:rPr lang="en-IN" sz="1600" dirty="0">
                <a:latin typeface="Arial Rounded MT Bold" panose="020F0704030504030204" pitchFamily="34" charset="0"/>
              </a:rPr>
              <a:t>*Conduct security audits and penetration testing to identify vulnerabilities and weaknesses.</a:t>
            </a:r>
          </a:p>
          <a:p>
            <a:pPr algn="ctr"/>
            <a:endParaRPr lang="en-IN" sz="1600" dirty="0">
              <a:latin typeface="Arial Rounded MT Bold" panose="020F0704030504030204" pitchFamily="34" charset="0"/>
            </a:endParaRPr>
          </a:p>
          <a:p>
            <a:pPr algn="ctr"/>
            <a:r>
              <a:rPr lang="en-IN" sz="1600" dirty="0">
                <a:latin typeface="Arial Rounded MT Bold" panose="020F0704030504030204" pitchFamily="34" charset="0"/>
              </a:rPr>
              <a:t>*Adopt ‘Zero-trust’ approach, where trust is never assumed, and verification is required from anyone trying to access resources.</a:t>
            </a:r>
          </a:p>
          <a:p>
            <a:pPr algn="ctr"/>
            <a:endParaRPr lang="en-IN" dirty="0"/>
          </a:p>
          <a:p>
            <a:pPr algn="ctr"/>
            <a:r>
              <a:rPr lang="en-IN" sz="1600" dirty="0">
                <a:latin typeface="Arial Rounded MT Bold" panose="020F0704030504030204" pitchFamily="34" charset="0"/>
              </a:rPr>
              <a:t>*Remember, cyber security is on ongoing process, and staying vigilant is crucial to protecting your digital assets from evolving threats.</a:t>
            </a:r>
          </a:p>
        </p:txBody>
      </p:sp>
    </p:spTree>
    <p:extLst>
      <p:ext uri="{BB962C8B-B14F-4D97-AF65-F5344CB8AC3E}">
        <p14:creationId xmlns:p14="http://schemas.microsoft.com/office/powerpoint/2010/main" val="117068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5C0EC4-DEAE-CDB7-0231-0CDB38CABE67}"/>
              </a:ext>
            </a:extLst>
          </p:cNvPr>
          <p:cNvSpPr/>
          <p:nvPr/>
        </p:nvSpPr>
        <p:spPr>
          <a:xfrm>
            <a:off x="2836507" y="970384"/>
            <a:ext cx="6755363" cy="56450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REASONS:</a:t>
            </a:r>
          </a:p>
          <a:p>
            <a:pPr algn="ctr"/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*Cybersecurity threats are a pressing concern in today’s digital world. Presenting on this topic demonstrates your awareness of a critical issue.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*You can educate your audience about the latest threats and vulnerabilities, helping them protect themselves and their organisations.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*For business, understanding, cybersecurity is essential for safeguarding data, reputation, and financial stability.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*Many industries have legal and ethical responsibilities to protect sensitive information. A presentation on this topic can help meet those obligations.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*Everyone can benefit from understanding cybersecurity threats to protect their personal data and privacy.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*A presentation on cybersecurity threats can highlight career opportunities in this field, attracting potential talent</a:t>
            </a: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270462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CYBER SECURITY THREATS</Template>
  <TotalTime>0</TotalTime>
  <Words>376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Bahnschrift</vt:lpstr>
      <vt:lpstr>Bahnschrift Light</vt:lpstr>
      <vt:lpstr>Century Gothic</vt:lpstr>
      <vt:lpstr>Vapor Trail</vt:lpstr>
      <vt:lpstr>CYBER SECURITY THREATS AND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THREATS AND</dc:title>
  <dc:creator>Drashvi Thoriya</dc:creator>
  <cp:lastModifiedBy>Drashvi Thoriya</cp:lastModifiedBy>
  <cp:revision>1</cp:revision>
  <dcterms:created xsi:type="dcterms:W3CDTF">2023-09-27T10:47:43Z</dcterms:created>
  <dcterms:modified xsi:type="dcterms:W3CDTF">2023-09-27T10:48:08Z</dcterms:modified>
</cp:coreProperties>
</file>